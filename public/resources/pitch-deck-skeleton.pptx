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name. One line on what you do. Your name and contact.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Who has the problem? How do they cope today? What does it cost them? One real quote or number.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you built, in one sentence, and one picture or demo.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changed that makes this possible or needed today?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Who will buy, how many of them, and how you worked the number out (bottom up).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it works in three steps. Screenshots.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Customers, revenue, waiting list, pilots. Growth month by month.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you make money: price, who pays, how often.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Who else is there, and why customers choose you.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 to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you find your next 100 customers, and what each costs.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Who you are and why you will win. Gaps you plan to fill.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much you are raising, what it buys, and what you will have achieved by the next round.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Keep it to about 12 slides. One idea per slide. Template, not advice.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